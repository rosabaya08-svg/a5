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0000" y="560000"/>
            <a:ext cx="10900000" cy="8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300" b="1">
                <a:solidFill>
                  <a:srgbClr val="0F766E"/>
                </a:solidFill>
                <a:latin typeface="Malgun Gothic"/>
                <a:ea typeface="Malgun Gothic"/>
              </a:rPr>
              <a:t>A5 기술 실현 수준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0000" y="1260000"/>
            <a:ext cx="10900000" cy="3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250">
                <a:solidFill>
                  <a:srgbClr val="667085"/>
                </a:solidFill>
                <a:latin typeface="Malgun Gothic"/>
                <a:ea typeface="Malgun Gothic"/>
              </a:rPr>
              <a:t>A5 기술 실현 수준 보고서 · 1/6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0000" y="175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작성 기준: 2026-05-25 14:16 KST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50000" y="247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폐쇄몰 화면/데이터 구조/통합 경계가 구현된 베타 기술 검증 단계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50000" y="319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MVP 데모 기준 60~70%, 상용 운영 기준 35~45%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0000" y="560000"/>
            <a:ext cx="10900000" cy="8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300" b="1">
                <a:solidFill>
                  <a:srgbClr val="0F766E"/>
                </a:solidFill>
                <a:latin typeface="Malgun Gothic"/>
                <a:ea typeface="Malgun Gothic"/>
              </a:rPr>
              <a:t>현재 실현된 영역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0000" y="1260000"/>
            <a:ext cx="10900000" cy="3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250">
                <a:solidFill>
                  <a:srgbClr val="667085"/>
                </a:solidFill>
                <a:latin typeface="Malgun Gothic"/>
                <a:ea typeface="Malgun Gothic"/>
              </a:rPr>
              <a:t>A5 기술 실현 수준 보고서 · 2/6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0000" y="175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고객/태블릿/관리자/기업/조리원 주요 화면 구현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50000" y="247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Firestore products 읽기와 mock fallback 구현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50000" y="319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CMS Firestore/Storage helper와 A5 컬렉션 정렬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50000" y="391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Firebase Functions payments ready/confirm/webhook/cancel skeleton 준비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0000" y="560000"/>
            <a:ext cx="10900000" cy="8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300" b="1">
                <a:solidFill>
                  <a:srgbClr val="0F766E"/>
                </a:solidFill>
                <a:latin typeface="Malgun Gothic"/>
                <a:ea typeface="Malgun Gothic"/>
              </a:rPr>
              <a:t>검증 결과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0000" y="1260000"/>
            <a:ext cx="10900000" cy="3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250">
                <a:solidFill>
                  <a:srgbClr val="667085"/>
                </a:solidFill>
                <a:latin typeface="Malgun Gothic"/>
                <a:ea typeface="Malgun Gothic"/>
              </a:rPr>
              <a:t>A5 기술 실현 수준 보고서 · 3/6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0000" y="175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통과: check:env, check:no-secrets, route check 69개, Functions build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50000" y="247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실패: root lint - functions/lib 생성 JS가 검사 대상에 포함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50000" y="319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실패: root build - OrderStatus 타입과 refunded 상태 불일치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0000" y="560000"/>
            <a:ext cx="10900000" cy="8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300" b="1">
                <a:solidFill>
                  <a:srgbClr val="0F766E"/>
                </a:solidFill>
                <a:latin typeface="Malgun Gothic"/>
                <a:ea typeface="Malgun Gothic"/>
              </a:rPr>
              <a:t>운영 차단 경계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0000" y="1260000"/>
            <a:ext cx="10900000" cy="3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250">
                <a:solidFill>
                  <a:srgbClr val="667085"/>
                </a:solidFill>
                <a:latin typeface="Malgun Gothic"/>
                <a:ea typeface="Malgun Gothic"/>
              </a:rPr>
              <a:t>A5 기술 실현 수준 보고서 · 4/6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0000" y="175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실제 PG 승인/취소/환불 API 미연결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50000" y="247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주문/결제/재고 Firestore transaction 미완료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50000" y="319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Custom Claims와 seed/admin 계정 권한 검증 필요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50000" y="391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Alimtalk, 배송, 외부 재고, A4 API 계약 대기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0000" y="560000"/>
            <a:ext cx="10900000" cy="8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300" b="1">
                <a:solidFill>
                  <a:srgbClr val="0F766E"/>
                </a:solidFill>
                <a:latin typeface="Malgun Gothic"/>
                <a:ea typeface="Malgun Gothic"/>
              </a:rPr>
              <a:t>다음 우선순위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0000" y="1260000"/>
            <a:ext cx="10900000" cy="3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250">
                <a:solidFill>
                  <a:srgbClr val="667085"/>
                </a:solidFill>
                <a:latin typeface="Malgun Gothic"/>
                <a:ea typeface="Malgun Gothic"/>
              </a:rPr>
              <a:t>A5 기술 실현 수준 보고서 · 5/6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0000" y="175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OrderStatus 불일치 수정 후 next build 복구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50000" y="247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functions/lib를 ESLint ignore에 추가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50000" y="319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Firebase claims 준비 후 CMS/Storage write 1건씩 검증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50000" y="391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PG sandbox 문서/키 확보 후 mock confirm을 실제 adapter로 교체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0000" y="560000"/>
            <a:ext cx="10900000" cy="8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300" b="1">
                <a:solidFill>
                  <a:srgbClr val="0F766E"/>
                </a:solidFill>
                <a:latin typeface="Malgun Gothic"/>
                <a:ea typeface="Malgun Gothic"/>
              </a:rPr>
              <a:t>결론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0000" y="1260000"/>
            <a:ext cx="10900000" cy="3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250">
                <a:solidFill>
                  <a:srgbClr val="667085"/>
                </a:solidFill>
                <a:latin typeface="Malgun Gothic"/>
                <a:ea typeface="Malgun Gothic"/>
              </a:rPr>
              <a:t>A5 기술 실현 수준 보고서 · 6/6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0000" y="175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볼 수 있는 폐쇄몰과 일부 Firebase 베타 연결은 도달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50000" y="247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상용 결제 운영 가능 상태는 아님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50000" y="3190000"/>
            <a:ext cx="104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253247"/>
                </a:solidFill>
                <a:latin typeface="Malgun Gothic"/>
                <a:ea typeface="Malgun Gothic"/>
              </a:rPr>
              <a:t>• build/lint 복구, Firebase 권한, PG transaction 구현이 다음 관문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5">
  <a:themeElements>
    <a:clrScheme name="A5">
      <a:dk1>
        <a:srgbClr val="172033"/>
      </a:dk1>
      <a:lt1>
        <a:srgbClr val="FFFFFF"/>
      </a:lt1>
      <a:dk2>
        <a:srgbClr val="253247"/>
      </a:dk2>
      <a:lt2>
        <a:srgbClr val="F7F9FC"/>
      </a:lt2>
      <a:accent1>
        <a:srgbClr val="0F766E"/>
      </a:accent1>
      <a:accent2>
        <a:srgbClr val="2563EB"/>
      </a:accent2>
      <a:accent3>
        <a:srgbClr val="D97706"/>
      </a:accent3>
      <a:accent4>
        <a:srgbClr val="BE123C"/>
      </a:accent4>
      <a:accent5>
        <a:srgbClr val="475569"/>
      </a:accent5>
      <a:accent6>
        <a:srgbClr val="16A34A"/>
      </a:accent6>
      <a:hlink>
        <a:srgbClr val="0F766E"/>
      </a:hlink>
      <a:folHlink>
        <a:srgbClr val="0F766E"/>
      </a:folHlink>
    </a:clrScheme>
    <a:fontScheme name="A5">
      <a:majorFont>
        <a:latin typeface="Malgun Gothic"/>
        <a:ea typeface="Malgun Gothic"/>
      </a:majorFont>
      <a:minorFont>
        <a:latin typeface="Malgun Gothic"/>
        <a:ea typeface="Malgun Gothic"/>
      </a:minorFont>
    </a:fontScheme>
    <a:fmtScheme name="A5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A5 기술 실현 수준 보고서</dc:title>
  <dc:creator>Codex</dc:creator>
  <dcterms:created xsi:type="dcterms:W3CDTF">2026-05-25T14:16:00+09:00</dcterms:created>
</cp:coreProperties>
</file>